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89" r:id="rId2"/>
    <p:sldId id="262" r:id="rId3"/>
    <p:sldId id="273" r:id="rId4"/>
    <p:sldId id="271" r:id="rId5"/>
    <p:sldId id="290" r:id="rId6"/>
    <p:sldId id="298" r:id="rId7"/>
    <p:sldId id="299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E50A81-FF92-4DB0-AFD9-E64D7C719A29}" v="58" dt="2026-07-22T11:34:32.254"/>
    <p1510:client id="{CF01EC6A-5E45-4462-9636-8075F75E84CA}" v="8" dt="2026-07-23T03:13:55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85752" autoAdjust="0"/>
  </p:normalViewPr>
  <p:slideViewPr>
    <p:cSldViewPr snapToGrid="0">
      <p:cViewPr varScale="1">
        <p:scale>
          <a:sx n="82" d="100"/>
          <a:sy n="82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trakalsubahan17@outlook.com" userId="acd941c7071c7b22" providerId="LiveId" clId="{2045C576-319B-40BB-B274-0175603C22F1}"/>
    <pc:docChg chg="custSel modSld">
      <pc:chgData name="thatrakalsubahan17@outlook.com" userId="acd941c7071c7b22" providerId="LiveId" clId="{2045C576-319B-40BB-B274-0175603C22F1}" dt="2026-07-23T04:08:46.271" v="335" actId="20577"/>
      <pc:docMkLst>
        <pc:docMk/>
      </pc:docMkLst>
      <pc:sldChg chg="addSp modSp mod">
        <pc:chgData name="thatrakalsubahan17@outlook.com" userId="acd941c7071c7b22" providerId="LiveId" clId="{2045C576-319B-40BB-B274-0175603C22F1}" dt="2026-07-23T03:30:10.124" v="334" actId="1076"/>
        <pc:sldMkLst>
          <pc:docMk/>
          <pc:sldMk cId="3410049876" sldId="262"/>
        </pc:sldMkLst>
        <pc:spChg chg="mod">
          <ac:chgData name="thatrakalsubahan17@outlook.com" userId="acd941c7071c7b22" providerId="LiveId" clId="{2045C576-319B-40BB-B274-0175603C22F1}" dt="2026-07-23T03:29:58.131" v="330" actId="14100"/>
          <ac:spMkLst>
            <pc:docMk/>
            <pc:sldMk cId="3410049876" sldId="262"/>
            <ac:spMk id="11" creationId="{7A7ACE54-8615-A747-5A3D-8A97560F8838}"/>
          </ac:spMkLst>
        </pc:spChg>
        <pc:picChg chg="add mod modCrop">
          <ac:chgData name="thatrakalsubahan17@outlook.com" userId="acd941c7071c7b22" providerId="LiveId" clId="{2045C576-319B-40BB-B274-0175603C22F1}" dt="2026-07-23T03:30:10.124" v="334" actId="1076"/>
          <ac:picMkLst>
            <pc:docMk/>
            <pc:sldMk cId="3410049876" sldId="262"/>
            <ac:picMk id="6" creationId="{1D746B79-4BEB-84F7-4692-7472B8E53BA0}"/>
          </ac:picMkLst>
        </pc:picChg>
      </pc:sldChg>
      <pc:sldChg chg="addSp delSp modSp mod">
        <pc:chgData name="thatrakalsubahan17@outlook.com" userId="acd941c7071c7b22" providerId="LiveId" clId="{2045C576-319B-40BB-B274-0175603C22F1}" dt="2026-07-23T03:07:54.099" v="55" actId="732"/>
        <pc:sldMkLst>
          <pc:docMk/>
          <pc:sldMk cId="3855739210" sldId="273"/>
        </pc:sldMkLst>
        <pc:picChg chg="add mod modCrop">
          <ac:chgData name="thatrakalsubahan17@outlook.com" userId="acd941c7071c7b22" providerId="LiveId" clId="{2045C576-319B-40BB-B274-0175603C22F1}" dt="2026-07-23T03:07:54.099" v="55" actId="732"/>
          <ac:picMkLst>
            <pc:docMk/>
            <pc:sldMk cId="3855739210" sldId="273"/>
            <ac:picMk id="7" creationId="{23537A78-D4A6-9BF6-96DE-47CF6447BADA}"/>
          </ac:picMkLst>
        </pc:picChg>
        <pc:picChg chg="del">
          <ac:chgData name="thatrakalsubahan17@outlook.com" userId="acd941c7071c7b22" providerId="LiveId" clId="{2045C576-319B-40BB-B274-0175603C22F1}" dt="2026-07-23T03:06:06.784" v="40" actId="478"/>
          <ac:picMkLst>
            <pc:docMk/>
            <pc:sldMk cId="3855739210" sldId="273"/>
            <ac:picMk id="11" creationId="{1A618C21-241E-FFFE-75C1-C6F1FA114403}"/>
          </ac:picMkLst>
        </pc:picChg>
      </pc:sldChg>
      <pc:sldChg chg="addSp delSp modSp mod">
        <pc:chgData name="thatrakalsubahan17@outlook.com" userId="acd941c7071c7b22" providerId="LiveId" clId="{2045C576-319B-40BB-B274-0175603C22F1}" dt="2026-07-23T04:08:46.271" v="335" actId="20577"/>
        <pc:sldMkLst>
          <pc:docMk/>
          <pc:sldMk cId="2747240544" sldId="289"/>
        </pc:sldMkLst>
        <pc:spChg chg="mod">
          <ac:chgData name="thatrakalsubahan17@outlook.com" userId="acd941c7071c7b22" providerId="LiveId" clId="{2045C576-319B-40BB-B274-0175603C22F1}" dt="2026-07-23T04:08:46.271" v="335" actId="20577"/>
          <ac:spMkLst>
            <pc:docMk/>
            <pc:sldMk cId="2747240544" sldId="289"/>
            <ac:spMk id="7" creationId="{88B2EF99-82AA-F1F2-9A6E-5718A160EF18}"/>
          </ac:spMkLst>
        </pc:spChg>
        <pc:picChg chg="del">
          <ac:chgData name="thatrakalsubahan17@outlook.com" userId="acd941c7071c7b22" providerId="LiveId" clId="{2045C576-319B-40BB-B274-0175603C22F1}" dt="2026-07-23T03:05:28.676" v="36" actId="478"/>
          <ac:picMkLst>
            <pc:docMk/>
            <pc:sldMk cId="2747240544" sldId="289"/>
            <ac:picMk id="5" creationId="{6E208674-CFE6-BC06-523A-E80B906C6482}"/>
          </ac:picMkLst>
        </pc:picChg>
        <pc:picChg chg="add del mod modCrop">
          <ac:chgData name="thatrakalsubahan17@outlook.com" userId="acd941c7071c7b22" providerId="LiveId" clId="{2045C576-319B-40BB-B274-0175603C22F1}" dt="2026-07-23T03:26:05.063" v="132" actId="478"/>
          <ac:picMkLst>
            <pc:docMk/>
            <pc:sldMk cId="2747240544" sldId="289"/>
            <ac:picMk id="6" creationId="{1EC5C60B-6D0C-4C9E-3A8A-80FC13B3877D}"/>
          </ac:picMkLst>
        </pc:picChg>
      </pc:sldChg>
      <pc:sldChg chg="modSp mod">
        <pc:chgData name="thatrakalsubahan17@outlook.com" userId="acd941c7071c7b22" providerId="LiveId" clId="{2045C576-319B-40BB-B274-0175603C22F1}" dt="2026-07-23T03:13:55.471" v="129"/>
        <pc:sldMkLst>
          <pc:docMk/>
          <pc:sldMk cId="1551073478" sldId="298"/>
        </pc:sldMkLst>
        <pc:spChg chg="mod">
          <ac:chgData name="thatrakalsubahan17@outlook.com" userId="acd941c7071c7b22" providerId="LiveId" clId="{2045C576-319B-40BB-B274-0175603C22F1}" dt="2026-07-23T03:13:55.471" v="129"/>
          <ac:spMkLst>
            <pc:docMk/>
            <pc:sldMk cId="1551073478" sldId="298"/>
            <ac:spMk id="2" creationId="{0E7B1C1A-9D92-730C-60C3-F15031FB111D}"/>
          </ac:spMkLst>
        </pc:spChg>
        <pc:spChg chg="mod">
          <ac:chgData name="thatrakalsubahan17@outlook.com" userId="acd941c7071c7b22" providerId="LiveId" clId="{2045C576-319B-40BB-B274-0175603C22F1}" dt="2026-07-23T03:10:46.127" v="124" actId="1076"/>
          <ac:spMkLst>
            <pc:docMk/>
            <pc:sldMk cId="1551073478" sldId="298"/>
            <ac:spMk id="3" creationId="{C27AE7B3-DB37-FDB7-3FC9-B2D612065D4C}"/>
          </ac:spMkLst>
        </pc:spChg>
      </pc:sldChg>
      <pc:sldChg chg="modSp mod">
        <pc:chgData name="thatrakalsubahan17@outlook.com" userId="acd941c7071c7b22" providerId="LiveId" clId="{2045C576-319B-40BB-B274-0175603C22F1}" dt="2026-07-23T03:13:55.471" v="129"/>
        <pc:sldMkLst>
          <pc:docMk/>
          <pc:sldMk cId="43634332" sldId="299"/>
        </pc:sldMkLst>
        <pc:spChg chg="mod">
          <ac:chgData name="thatrakalsubahan17@outlook.com" userId="acd941c7071c7b22" providerId="LiveId" clId="{2045C576-319B-40BB-B274-0175603C22F1}" dt="2026-07-23T03:13:55.471" v="129"/>
          <ac:spMkLst>
            <pc:docMk/>
            <pc:sldMk cId="43634332" sldId="299"/>
            <ac:spMk id="2" creationId="{05E5EE65-744B-3AFB-0F71-2768A5892A14}"/>
          </ac:spMkLst>
        </pc:spChg>
        <pc:spChg chg="mod">
          <ac:chgData name="thatrakalsubahan17@outlook.com" userId="acd941c7071c7b22" providerId="LiveId" clId="{2045C576-319B-40BB-B274-0175603C22F1}" dt="2026-07-23T03:09:59.081" v="110" actId="12"/>
          <ac:spMkLst>
            <pc:docMk/>
            <pc:sldMk cId="43634332" sldId="299"/>
            <ac:spMk id="3" creationId="{25F7A6F3-6313-4EC5-193B-6C298636EC8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0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39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7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0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7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6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9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55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34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7416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79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2019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37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59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17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08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7094-8701-F282-F96B-11BA02B6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642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Communication Using OSI Layers</a:t>
            </a:r>
            <a:br>
              <a:rPr lang="en-IN" sz="2800" b="1" dirty="0"/>
            </a:b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D3E2-F610-2747-1C75-E6CF00CE5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83" y="3429000"/>
            <a:ext cx="10515600" cy="36390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CSA0711-Computer Networks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2EF99-82AA-F1F2-9A6E-5718A160EF18}"/>
              </a:ext>
            </a:extLst>
          </p:cNvPr>
          <p:cNvSpPr txBox="1"/>
          <p:nvPr/>
        </p:nvSpPr>
        <p:spPr>
          <a:xfrm>
            <a:off x="560072" y="4599992"/>
            <a:ext cx="1001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Name of the student :                                                                     Faculty Name:     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Dinesh Bharadwaj (192572028)                                                          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Dr.Shankar.R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Saveetha University">
            <a:extLst>
              <a:ext uri="{FF2B5EF4-FFF2-40B4-BE49-F238E27FC236}">
                <a16:creationId xmlns:a16="http://schemas.microsoft.com/office/drawing/2014/main" id="{4E65343F-AFCE-2551-4001-5C99A7852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32" y="317268"/>
            <a:ext cx="5416360" cy="1440639"/>
          </a:xfrm>
          <a:prstGeom prst="rect">
            <a:avLst/>
          </a:prstGeom>
        </p:spPr>
      </p:pic>
      <p:pic>
        <p:nvPicPr>
          <p:cNvPr id="20" name="Picture 19" descr="Admissions — SIMATS">
            <a:extLst>
              <a:ext uri="{FF2B5EF4-FFF2-40B4-BE49-F238E27FC236}">
                <a16:creationId xmlns:a16="http://schemas.microsoft.com/office/drawing/2014/main" id="{76952476-05EE-764E-40A1-59AA06F4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60" y="246262"/>
            <a:ext cx="5416360" cy="165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4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1880" y="335705"/>
            <a:ext cx="8528401" cy="994630"/>
          </a:xfrm>
          <a:prstGeom prst="rect">
            <a:avLst/>
          </a:prstGeom>
        </p:spPr>
        <p:txBody>
          <a:bodyPr vert="horz" wrap="square" lIns="0" tIns="314451" rIns="0" bIns="0" rtlCol="0">
            <a:spAutoFit/>
          </a:bodyPr>
          <a:lstStyle/>
          <a:p>
            <a:pPr marL="2811145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9290" y="109322"/>
            <a:ext cx="1256837" cy="12568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637" y="35193"/>
            <a:ext cx="1011120" cy="1330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7ACE54-8615-A747-5A3D-8A97560F8838}"/>
              </a:ext>
            </a:extLst>
          </p:cNvPr>
          <p:cNvSpPr txBox="1"/>
          <p:nvPr/>
        </p:nvSpPr>
        <p:spPr>
          <a:xfrm>
            <a:off x="261258" y="1592158"/>
            <a:ext cx="74590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is a wireless communication technology that provides internet access using satellites orbiting the Earth instead of traditional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optic cables or mobile towers.</a:t>
            </a:r>
          </a:p>
          <a:p>
            <a:pPr lvl="1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especially useful in:</a:t>
            </a:r>
          </a:p>
          <a:p>
            <a:pPr marL="971550" lvl="1" indent="-514350" algn="just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villages </a:t>
            </a:r>
          </a:p>
          <a:p>
            <a:pPr marL="971550" lvl="1" indent="-514350" algn="just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Mountains </a:t>
            </a:r>
          </a:p>
          <a:p>
            <a:pPr marL="971550" lvl="1" indent="-514350" algn="just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Oceans </a:t>
            </a:r>
          </a:p>
          <a:p>
            <a:pPr marL="971550" lvl="1" indent="-514350" algn="just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Aircraft 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Systems Interconnection (OSI)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seven-layer networking framework that explains how data is transmitted across a network. In satellite communication, each OSI layer performs a specific function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746B79-4BEB-84F7-4692-7472B8E53B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04" t="17485" r="1604" b="13188"/>
          <a:stretch>
            <a:fillRect/>
          </a:stretch>
        </p:blipFill>
        <p:spPr>
          <a:xfrm>
            <a:off x="7946072" y="2500132"/>
            <a:ext cx="4102334" cy="267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04987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9787" y="118749"/>
            <a:ext cx="8827491" cy="933075"/>
          </a:xfrm>
          <a:prstGeom prst="rect">
            <a:avLst/>
          </a:prstGeom>
        </p:spPr>
        <p:txBody>
          <a:bodyPr vert="horz" wrap="square" lIns="0" tIns="3144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  <a:endParaRPr sz="4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3897" y="1803582"/>
            <a:ext cx="9910915" cy="8292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59290" y="118749"/>
            <a:ext cx="1256837" cy="12568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637" y="44620"/>
            <a:ext cx="1011120" cy="13309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0BA2F6-2E1F-8420-DB52-E1AB8AE814FF}"/>
              </a:ext>
            </a:extLst>
          </p:cNvPr>
          <p:cNvSpPr txBox="1"/>
          <p:nvPr/>
        </p:nvSpPr>
        <p:spPr>
          <a:xfrm>
            <a:off x="506055" y="1803582"/>
            <a:ext cx="62474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of satellite internet communication can be understood by following how data travels through each of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 OSI layers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user's device to the satellite and finally to the internet server.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Application Layer (Layer 7):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opens a web browser or any internet application (e.g., Chrome, YouTube, Email).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generates a request, such as opening a website.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537A78-D4A6-9BF6-96DE-47CF6447B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81" b="5595"/>
          <a:stretch>
            <a:fillRect/>
          </a:stretch>
        </p:blipFill>
        <p:spPr>
          <a:xfrm>
            <a:off x="7725747" y="2258008"/>
            <a:ext cx="3759292" cy="318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3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5">
            <a:extLst>
              <a:ext uri="{FF2B5EF4-FFF2-40B4-BE49-F238E27FC236}">
                <a16:creationId xmlns:a16="http://schemas.microsoft.com/office/drawing/2014/main" id="{F0F3D439-43DB-5A6A-E10D-E2BE52670A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37" y="35193"/>
            <a:ext cx="1011120" cy="133096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03C3038D-3B5E-DC28-D315-C0DEA2555A6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9290" y="109322"/>
            <a:ext cx="1256837" cy="125683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4DFB727-79E3-2531-E1CC-397781B03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20" y="1366158"/>
            <a:ext cx="16274006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Presentation Layer (Layer 6):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prepared for transmission.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performs: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formatting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(for security)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(to reduce data size)</a:t>
            </a:r>
          </a:p>
          <a:p>
            <a:pPr marL="971550" lvl="1" indent="-514350">
              <a:buFont typeface="+mj-lt"/>
              <a:buAutoNum type="romanL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Session Layer (Layer 5):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 and manages the communication session between the user's device and the server</a:t>
            </a:r>
            <a:r>
              <a:rPr lang="en-IN" dirty="0"/>
              <a:t>.</a:t>
            </a:r>
          </a:p>
          <a:p>
            <a:r>
              <a:rPr lang="en-IN" dirty="0"/>
              <a:t>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Transport Layer (Layer 4):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the data into smaller segments.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Handles: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recovery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control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72B4CD-F83B-3214-B4B6-3328B62A18AC}"/>
              </a:ext>
            </a:extLst>
          </p:cNvPr>
          <p:cNvSpPr txBox="1"/>
          <p:nvPr/>
        </p:nvSpPr>
        <p:spPr>
          <a:xfrm flipV="1">
            <a:off x="6632284" y="4952905"/>
            <a:ext cx="528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171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DEF26-D649-0D5C-A13E-2C8A9262DA2E}"/>
              </a:ext>
            </a:extLst>
          </p:cNvPr>
          <p:cNvSpPr txBox="1"/>
          <p:nvPr/>
        </p:nvSpPr>
        <p:spPr>
          <a:xfrm>
            <a:off x="549741" y="1595021"/>
            <a:ext cx="993710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Network Layer (Layer 3)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the source and destination IP addresses.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the best path for the data to travel.</a:t>
            </a:r>
          </a:p>
          <a:p>
            <a:pPr marL="971550" lvl="1" indent="-514350">
              <a:buFont typeface="+mj-lt"/>
              <a:buAutoNum type="romanL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Data Link Layer (Layer 2)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packets into frames.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MAC addresses.</a:t>
            </a:r>
          </a:p>
          <a:p>
            <a:pPr marL="971550" lvl="1" indent="-514350">
              <a:buFont typeface="+mj-lt"/>
              <a:buAutoNum type="romanL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Physical Layer (Layer 1)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digital data into radio frequency (RF) signals.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satellite receives, amplifies, and retransmits the signals to the ground station.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ground station forwards the data to the internet.</a:t>
            </a: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5">
            <a:extLst>
              <a:ext uri="{FF2B5EF4-FFF2-40B4-BE49-F238E27FC236}">
                <a16:creationId xmlns:a16="http://schemas.microsoft.com/office/drawing/2014/main" id="{BCD39BC4-8238-ABD2-C44E-0C93111855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37" y="35193"/>
            <a:ext cx="1011120" cy="1330965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99A4BA56-3F81-B85A-1F95-B0552BC77C7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9290" y="118749"/>
            <a:ext cx="1256837" cy="125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19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1C1A-9D92-730C-60C3-F15031FB1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AE7B3-DB37-FDB7-3FC9-B2D612065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Internet access in remote and rural areas.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large geographical regions.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during disasters when terrestrial networks fail.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communication for ships, aircraft, and military operations.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8969B4C-0214-D038-4C3A-42CE0CD1E05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37" y="35193"/>
            <a:ext cx="1011120" cy="1330965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2284CA9B-8B17-C27D-53F0-87E98DDDFB7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9290" y="118749"/>
            <a:ext cx="1256837" cy="125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073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5EE65-744B-3AFB-0F71-2768A5892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7A6F3-6313-4EC5-193B-6C298636E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108" y="148429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broadband Internet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Television broadcasting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monitoring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and navigation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Maritime and aviation Internet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598D556-7B8E-C3B7-5BD3-14AD8441D6F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37" y="35193"/>
            <a:ext cx="1011120" cy="1330965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74C020CC-DF24-A9E4-C81E-DE8820154DC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9290" y="118749"/>
            <a:ext cx="1256837" cy="125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34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7424" y="847225"/>
            <a:ext cx="6743699" cy="4991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614</TotalTime>
  <Words>393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Times New Roman</vt:lpstr>
      <vt:lpstr>Trebuchet MS</vt:lpstr>
      <vt:lpstr>Wingdings 3</vt:lpstr>
      <vt:lpstr>Facet</vt:lpstr>
      <vt:lpstr>Satellite Internet Communication Using OSI Layers </vt:lpstr>
      <vt:lpstr>Introduction</vt:lpstr>
      <vt:lpstr>Flow chart</vt:lpstr>
      <vt:lpstr>PowerPoint Presentation</vt:lpstr>
      <vt:lpstr>PowerPoint Presentation</vt:lpstr>
      <vt:lpstr>Advantages</vt:lpstr>
      <vt:lpstr>Applications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Dasha</dc:creator>
  <cp:lastModifiedBy>thatrakalsubahan17@outlook.com</cp:lastModifiedBy>
  <cp:revision>72</cp:revision>
  <dcterms:created xsi:type="dcterms:W3CDTF">2025-12-14T13:10:55Z</dcterms:created>
  <dcterms:modified xsi:type="dcterms:W3CDTF">2026-07-23T04:08:52Z</dcterms:modified>
</cp:coreProperties>
</file>